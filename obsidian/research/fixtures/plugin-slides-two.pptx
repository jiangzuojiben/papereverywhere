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.xml" ContentType="application/vnd.openxmlformats-officedocument.presentationml.slide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2"/>
    <ns0:sldId id="257" ns1:id="rIdTwo"/>
  </ns0:sldIdLst>
  <ns0:notesMasterIdLst>
    <ns0:notesMasterId ns1:id="rId3"/>
  </ns0:notesMasterIdLst>
  <ns0:sldSz cx="12192000" cy="6858000"/>
  <ns0:notesSz cx="6858000" cy="12192000"/>
  <ns0:defaultTextStyle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notesMaster" Target="notesMasters/notesMaster1.xml" /><ns0:Relationship Id="rId4" Type="http://schemas.openxmlformats.org/officeDocument/2006/relationships/presProps" Target="presProps.xml" /><ns0:Relationship Id="rId5" Type="http://schemas.openxmlformats.org/officeDocument/2006/relationships/viewProps" Target="viewProps.xml" /><ns0:Relationship Id="rId6" Type="http://schemas.openxmlformats.org/officeDocument/2006/relationships/theme" Target="theme/theme1.xml" /><ns0:Relationship Id="rId7" Type="http://schemas.openxmlformats.org/officeDocument/2006/relationships/tableStyles" Target="tableStyles.xml" /><ns0:Relationship Id="rIdTwo" Type="http://schemas.openxmlformats.org/officeDocument/2006/relationships/slide" Target="slides/slide2.xml" /></ns0: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PPTX smoke test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slide proof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 PPTX fixture</dc:title>
  <dc:subject>Renderer smoke-test fixture</dc:subject>
  <dc:creator>Obsidian Office Viewer</dc:creator>
  <cp:lastModifiedBy>Obsidian Office Viewer</cp:lastModifiedBy>
  <cp:revision>1</cp:revision>
  <dcterms:created xsi:type="dcterms:W3CDTF">2026-07-13T03:45:19Z</dcterms:created>
  <dcterms:modified xsi:type="dcterms:W3CDTF">2026-07-13T03:45:19Z</dcterms:modified>
</cp:coreProperties>
</file>